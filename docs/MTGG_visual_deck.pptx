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slid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slid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TGG">
  <a:themeElements>
    <a:clrScheme name="MTGG">
      <a:dk1>
        <a:srgbClr val="111827"/>
      </a:dk1>
      <a:lt1>
        <a:srgbClr val="FFFFFF"/>
      </a:lt1>
      <a:dk2>
        <a:srgbClr val="14233A"/>
      </a:dk2>
      <a:lt2>
        <a:srgbClr val="D8E6F3"/>
      </a:lt2>
      <a:accent1>
        <a:srgbClr val="44D7C8"/>
      </a:accent1>
      <a:accent2>
        <a:srgbClr val="FFCF5A"/>
      </a:accent2>
      <a:accent3>
        <a:srgbClr val="FF758D"/>
      </a:accent3>
      <a:accent4>
        <a:srgbClr val="8FA2FF"/>
      </a:accent4>
      <a:accent5>
        <a:srgbClr val="43E5A0"/>
      </a:accent5>
      <a:accent6>
        <a:srgbClr val="65A7FF"/>
      </a:accent6>
      <a:hlink>
        <a:srgbClr val="44D7C8"/>
      </a:hlink>
      <a:folHlink>
        <a:srgbClr val="FF758D"/>
      </a:folHlink>
    </a:clrScheme>
    <a:fontScheme name="MTGG">
      <a:majorFont>
        <a:latin typeface="Microsoft YaHei"/>
      </a:majorFont>
      <a:minorFont>
        <a:latin typeface="Microsoft YaHei"/>
      </a:minorFont>
    </a:fontScheme>
    <a:fmtScheme name="MTGG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MTGG 中文优先视觉介绍</dc:title>
  <dc:creator>Codex</dc:creator>
  <cp:lastModifiedBy>Codex</cp:lastModifiedBy>
  <dcterms:created xsi:type="dcterms:W3CDTF">2026-06-08T17:16:05Z</dcterms:created>
  <dcterms:modified xsi:type="dcterms:W3CDTF">2026-06-08T17:16:05Z</dcterms:modified>
</cp:coreProperties>
</file>