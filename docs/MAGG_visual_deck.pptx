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7"/>
  </p:sldMasterIdLst>
  <p:sldIdLst>
    <p:sldId id="256" r:id="rId1"/>
    <p:sldId id="257" r:id="rId2"/>
    <p:sldId id="258" r:id="rId3"/>
    <p:sldId id="259" r:id="rId4"/>
    <p:sldId id="260" r:id="rId5"/>
    <p:sldId id="261" r:id="rId6"/>
  </p:sldIdLst>
  <p:sldSz cx="12192000" cy="6858000" type="wide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" Target="slides/slide1.xml"/>
<Relationship Id="rId2" Type="http://schemas.openxmlformats.org/officeDocument/2006/relationships/slide" Target="slides/slide2.xml"/>
<Relationship Id="rId3" Type="http://schemas.openxmlformats.org/officeDocument/2006/relationships/slide" Target="slides/slide3.xml"/>
<Relationship Id="rId4" Type="http://schemas.openxmlformats.org/officeDocument/2006/relationships/slide" Target="slides/slide4.xml"/>
<Relationship Id="rId5" Type="http://schemas.openxmlformats.org/officeDocument/2006/relationships/slide" Target="slides/slide5.xml"/>
<Relationship Id="rId6" Type="http://schemas.openxmlformats.org/officeDocument/2006/relationships/slide" Target="slides/slide6.xml"/>
<Relationship Id="rId7" Type="http://schemas.openxmlformats.org/officeDocument/2006/relationships/slideMaster" Target="slideMasters/slideMaster1.xml"/></Relationships>
</file>

<file path=ppt/slideLayouts/_rels/slideLayout1.xml.rels><?xml version="1.0" encoding="UTF-8" standalone="yes"?><Relationships xmlns="http://schemas.openxmlformats.org/package/2006/relationships"/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image" Target="../media/slide1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image" Target="../media/slide2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image" Target="../media/slide3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image" Target="../media/slide4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image" Target="../media/slide5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image" Target="../media/slid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_01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_02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_03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_04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_05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_06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MAGG">
  <a:themeElements>
    <a:clrScheme name="MAGG">
      <a:dk1>
        <a:srgbClr val="111827"/>
      </a:dk1>
      <a:lt1>
        <a:srgbClr val="FFFFFF"/>
      </a:lt1>
      <a:dk2>
        <a:srgbClr val="14233A"/>
      </a:dk2>
      <a:lt2>
        <a:srgbClr val="D8E6F3"/>
      </a:lt2>
      <a:accent1>
        <a:srgbClr val="44D7C8"/>
      </a:accent1>
      <a:accent2>
        <a:srgbClr val="FFCF5A"/>
      </a:accent2>
      <a:accent3>
        <a:srgbClr val="FF758D"/>
      </a:accent3>
      <a:accent4>
        <a:srgbClr val="8FA2FF"/>
      </a:accent4>
      <a:accent5>
        <a:srgbClr val="43E5A0"/>
      </a:accent5>
      <a:accent6>
        <a:srgbClr val="65A7FF"/>
      </a:accent6>
      <a:hlink>
        <a:srgbClr val="44D7C8"/>
      </a:hlink>
      <a:folHlink>
        <a:srgbClr val="FF758D"/>
      </a:folHlink>
    </a:clrScheme>
    <a:fontScheme name="MAGG">
      <a:majorFont>
        <a:latin typeface="Segoe UI"/>
      </a:majorFont>
      <a:minorFont>
        <a:latin typeface="Segoe UI"/>
      </a:minorFont>
    </a:fontScheme>
    <a:fmtScheme name="MAGG">
      <a:fillStyleLst/>
      <a:lnStyleLst/>
      <a:effectStyleLst/>
      <a:bgFillStyleLst/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Codex</Application>
  <PresentationFormat>Widescreen</PresentationFormat>
  <Slides>6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MAGG Visual Deck</dc:title>
  <dc:creator>Codex</dc:creator>
  <cp:lastModifiedBy>Codex</cp:lastModifiedBy>
  <dcterms:created xsi:type="dcterms:W3CDTF">2026-06-08T15:47:22Z</dcterms:created>
  <dcterms:modified xsi:type="dcterms:W3CDTF">2026-06-08T15:47:22Z</dcterms:modified>
</cp:coreProperties>
</file>