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3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 type="wide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Master" Target="slideMasters/slideMaster1.xml"/></Relationships>
</file>

<file path=ppt/slideLayouts/_rels/slideLayout1.xml.rels><?xml version="1.0" encoding="UTF-8" standalone="yes"?><Relationships xmlns="http://schemas.openxmlformats.org/package/2006/relationships"/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image" Target="../media/slid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image" Target="../media/slide2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image" Target="../media/slide3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image" Target="../media/slide4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image" Target="../media/slide5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image" Target="../media/slide6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image" Target="../media/slide7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image" Target="../media/slide8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image" Target="../media/slide9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image" Target="../media/slide10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image" Target="../media/slide11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image" Target="../media/slid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2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3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4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5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6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7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8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9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10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1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12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MAGG">
  <a:themeElements>
    <a:clrScheme name="MAGG">
      <a:dk1>
        <a:srgbClr val="111827"/>
      </a:dk1>
      <a:lt1>
        <a:srgbClr val="FFFFFF"/>
      </a:lt1>
      <a:dk2>
        <a:srgbClr val="14233A"/>
      </a:dk2>
      <a:lt2>
        <a:srgbClr val="D8E6F3"/>
      </a:lt2>
      <a:accent1>
        <a:srgbClr val="44D7C8"/>
      </a:accent1>
      <a:accent2>
        <a:srgbClr val="FFCF5A"/>
      </a:accent2>
      <a:accent3>
        <a:srgbClr val="FF758D"/>
      </a:accent3>
      <a:accent4>
        <a:srgbClr val="8FA2FF"/>
      </a:accent4>
      <a:accent5>
        <a:srgbClr val="43E5A0"/>
      </a:accent5>
      <a:accent6>
        <a:srgbClr val="65A7FF"/>
      </a:accent6>
      <a:hlink>
        <a:srgbClr val="44D7C8"/>
      </a:hlink>
      <a:folHlink>
        <a:srgbClr val="FF758D"/>
      </a:folHlink>
    </a:clrScheme>
    <a:fontScheme name="MAGG">
      <a:majorFont>
        <a:latin typeface="Microsoft YaHei"/>
      </a:majorFont>
      <a:minorFont>
        <a:latin typeface="Microsoft YaHei"/>
      </a:minorFont>
    </a:fontScheme>
    <a:fmtScheme name="MAGG">
      <a:fillStyleLst/>
      <a:lnStyleLst/>
      <a:effectStyleLst/>
      <a:bgFillStyleLst/>
    </a:fmtScheme>
  </a:themeElements>
</a:theme>
</file>

<file path=docProps/app.xml><?xml version="1.0" encoding="utf-8"?>
<Properties xmlns="http://schemas.openxmlformats.org/officeDocument/2006/extended-properties">
  <Application>Codex</Application>
  <PresentationFormat>Widescreen</PresentationFormat>
  <Slides>12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MAGG 中文优先视觉介绍</dc:title>
  <dc:creator>Codex</dc:creator>
  <cp:lastModifiedBy>Codex</cp:lastModifiedBy>
  <dcterms:created xsi:type="dcterms:W3CDTF">2026-06-08T16:20:15Z</dcterms:created>
  <dcterms:modified xsi:type="dcterms:W3CDTF">2026-06-08T16:20:15Z</dcterms:modified>
</cp:coreProperties>
</file>